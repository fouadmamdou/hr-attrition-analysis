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20s: I built an interactive Power BI report on 1,470 employees with four areas: overview, demographics, role drill-through, and root cause. I will show where attrition concentrates, why, and what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40s: 237 of 1,470 employees left, 16.1%. Sales Representatives leave at 39.8%, about 2.5 times the average. The right-hand chart is a warning: junior employees rated Outstanding leave at about 41%. It is a small group, but exactly the people we want to keep.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40s: Work-life balance rated Bad has 31.2% attrition versus 14.2% for Better. Far Away commuters are around 21% versus about 14% for Near. Employees aged 18 to 24 leave most: women 48.6% and men 33.3%, but these are small groups, so I treat them as signals. The gender gap overall is small, 14.8% female versus 17.0% male.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60s: The tree starts at 16.1%. With overtime it is 30.5%, without it 10.4%. Among overtime workers at Job Level 1 it is 52.6%, and single employees in that group reach 67.8%. Key influencers confirms this statistically: overtime makes leaving 2.93 times more likely, Job Level 1 or less 2.60 times, single 2.18 times, frequent travel 1.77 times. Deep branches such as stock options level 1 at 75% rest on very few employees, so I do not rely on them. These are associations; a pilot is needed to prove causation.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35s: Any chart drills through to a role page. For Sales Representatives: 83 employees, 33 left, 39.8%, average monthly income 2.63K and average tenure 2.9 years. Attrition falls as job satisfaction rises: 58.3% when Low, 47.6% Medium, 33.3% High, 30.4% Very High. The page also lists the employees.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35s: A second drill-through page lists active employees who work overtime and report low or medium job satisfaction. Shown here: the 5 in Human Resources, all working overtime with Medium satisfaction. Company-wide the list has 97 people: 72 in R&amp;D, 20 in Sales and 5 in HR. In production this page needs access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80s: One, control overtime: 30.5% versus 10.4%, a 2.93 times higher likelihood. Two, a Sales Representative plan on pay structure and workload: 39.8% attrition and 2.63K average income. Three, a Level 1 retention programme: Level 1 with overtime is 52.6% versus 17.8% at Level 2. Four, improve work-life balance and commute support: Bad balance 31.2%, Far Away commuters around 21%. Savings are not estimated because the data has no replacement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30s: Start with a pilot on the Sales team, review the report monthly, and track the four KPIs against a control group. Be transparent about the limits: one snapshot with no dates, associations only, small groups are signals not proof, and no cost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Attrition Analysis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lose people, why, and what to do about 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9144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report  |  1,470 employees</a:t>
            </a:r>
            <a:endParaRPr lang="en-US" sz="1300" dirty="0"/>
          </a:p>
        </p:txBody>
      </p:sp>
      <p:pic>
        <p:nvPicPr>
          <p:cNvPr id="6" name="Image 0" descr="/mnt/user-data/uploads/1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4023360" cy="228834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6 employees has left, and the losses are concentrated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 attrition dataset (1,470 employees), Power BI report. Associations, not proof of causation.</a:t>
            </a:r>
            <a:endParaRPr lang="en-US" sz="1000" dirty="0"/>
          </a:p>
        </p:txBody>
      </p:sp>
      <p:pic>
        <p:nvPicPr>
          <p:cNvPr id="7" name="Image 0" descr="/mnt/user-data/uploads/2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394960" cy="304064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608076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608076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of 1,470 employees have left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08076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6080760" y="2834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Representatives, the highest of any role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08076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~41%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608076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junior employees rated Outstanding left (small group)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rises with poor work-life balance, long commutes, and young age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 attrition dataset (1,470 employees), Power BI report. Associations, not proof of causation.</a:t>
            </a:r>
            <a:endParaRPr lang="en-US" sz="1000" dirty="0"/>
          </a:p>
        </p:txBody>
      </p:sp>
      <p:pic>
        <p:nvPicPr>
          <p:cNvPr id="7" name="Image 0" descr="/mnt/user-data/uploads/3_demograph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394960" cy="304480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608076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31.2%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608076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when work-life balance is Bad (14.2% for Better)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08076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~21%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6080760" y="2834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Far Away commuters vs ~14% for Near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08076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48.6%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608076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women aged 18-24 left (men: 33.3%)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080760" y="4297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gender gap is small: 14.8% female vs 17.0% male.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overtime, entry level, and single status compound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 attrition dataset (1,470 employees), Power BI report. Associations, not proof of causation.</a:t>
            </a:r>
            <a:endParaRPr lang="en-US" sz="1000" dirty="0"/>
          </a:p>
        </p:txBody>
      </p:sp>
      <p:pic>
        <p:nvPicPr>
          <p:cNvPr id="7" name="Image 0" descr="/mnt/user-data/uploads/6_Root_c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394960" cy="303882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608076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608076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overtime vs 10.4% without (2.93x more likely)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08076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52.6%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6080760" y="2834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Level 1 employees working overtime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08076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608076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employees at Level 1 with overtime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role: Sales Representatives leave at 39.8%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 attrition dataset (1,470 employees), Power BI report. Associations, not proof of causation.</a:t>
            </a:r>
            <a:endParaRPr lang="en-US" sz="1000" dirty="0"/>
          </a:p>
        </p:txBody>
      </p:sp>
      <p:pic>
        <p:nvPicPr>
          <p:cNvPr id="7" name="Image 0" descr="/mnt/user-data/uploads/4_Roledeta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394960" cy="301667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608076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/ 33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608076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Representatives / who left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08076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2.63K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6080760" y="2834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income, well below the company's other roles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08076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58.3%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608076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when job satisfaction is Low (30.4% Very High)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LIST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list of active employees at risk, ready for managers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 attrition dataset (1,470 employees), Power BI report. Associations, not proof of causation.</a:t>
            </a:r>
            <a:endParaRPr lang="en-US" sz="1000" dirty="0"/>
          </a:p>
        </p:txBody>
      </p:sp>
      <p:pic>
        <p:nvPicPr>
          <p:cNvPr id="7" name="Image 0" descr="/mnt/user-data/uploads/5_At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394960" cy="290789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608076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608076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Active Employees shown for HR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08076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6080760" y="2834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employees at risk company-wide: R&amp;D 72, Sales 20, HR 5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08076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608076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= overtime + low or medium job satisfaction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actions, prioritised by evidence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 attrition dataset (1,470 employees), Power BI report. Associations, not proof of causation.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474720"/>
                <a:gridCol w="246888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KPI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and compensate overtime; follow up the 97 at-risk employees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 vs 10.4%; 2.93x more likely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Overtime attrition below 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Representative plan: pay structure, workload, career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39.8% attrition; 2.63K average 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 retention programme: onboarding, workload, path to Level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 + overtime 52.6% vs Level 2 17.8%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 + overtime below 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Work-life balance and commute support (hybrid, transport)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balance 31.2%; Far Away ~21%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Bad-balance attrition below 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Pilot, measure, and stay honest about the limits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 attrition dataset (1,470 employees), Power BI report. Associations, not proof of causation.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280160"/>
            <a:ext cx="402336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overtime and Level 1 changes with the Sales team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report monthly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four KPIs against a control group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280160"/>
            <a:ext cx="40233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of this analysis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snapshot with no dates, so no trend over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 only, not proof of causation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(e.g. junior high performers) are signals, not proof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replacement-cost data, so no savings estimate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Analysis</dc:title>
  <dc:subject>PptxGenJS Presentation</dc:subject>
  <dc:creator>PptxGenJS</dc:creator>
  <cp:lastModifiedBy>PptxGenJS</cp:lastModifiedBy>
  <cp:revision>1</cp:revision>
  <dcterms:created xsi:type="dcterms:W3CDTF">2026-10-07T11:12:14Z</dcterms:created>
  <dcterms:modified xsi:type="dcterms:W3CDTF">2026-10-07T11:12:14Z</dcterms:modified>
</cp:coreProperties>
</file>